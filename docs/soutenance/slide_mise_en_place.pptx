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3291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02 / MISE EN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4F4F5"/>
                </a:solidFill>
                <a:latin typeface="Segoe UI"/>
              </a:rPr>
              <a:t>Quatre services, une commande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938528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091672" cy="3154680"/>
          </a:xfrm>
          <a:prstGeom prst="roundRect">
            <a:avLst/>
          </a:prstGeom>
          <a:noFill/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" y="2176272"/>
            <a:ext cx="2103120" cy="329184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4F4F5"/>
                </a:solidFill>
                <a:latin typeface="Consolas"/>
              </a:rPr>
              <a:t>Docker Compose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2240280" cy="24688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697480"/>
            <a:ext cx="224028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85292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4F4F5"/>
                </a:solidFill>
                <a:latin typeface="Segoe UI"/>
              </a:rPr>
              <a:t>kestra-init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310128"/>
            <a:ext cx="187451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Service d'amorçage one-shot (curl).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Importe le flow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55F7"/>
                </a:solidFill>
                <a:latin typeface="Consolas"/>
              </a:rPr>
              <a:t>sport_advantages_etl.yaml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via l'API REST Kestra au démarrage.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072384" y="3749039"/>
            <a:ext cx="164592" cy="23774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91840" y="2487168"/>
            <a:ext cx="4892040" cy="2651760"/>
          </a:xfrm>
          <a:prstGeom prst="roundRect">
            <a:avLst/>
          </a:prstGeom>
          <a:noFill/>
          <a:ln w="15875">
            <a:solidFill>
              <a:srgbClr val="8405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56432" y="2468880"/>
            <a:ext cx="1874519" cy="310896"/>
          </a:xfrm>
          <a:prstGeom prst="round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sds-kestra:local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468880"/>
            <a:ext cx="1965960" cy="310896"/>
          </a:xfrm>
          <a:prstGeom prst="round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50" b="1">
                <a:solidFill>
                  <a:srgbClr val="34D399"/>
                </a:solidFill>
                <a:latin typeface="Consolas"/>
              </a:rPr>
              <a:t>cron 0 9 1 * 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3035808"/>
            <a:ext cx="2240280" cy="141732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3035808"/>
            <a:ext cx="22402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3182112"/>
            <a:ext cx="19110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Python 3.11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584448"/>
            <a:ext cx="19110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pandas · openpyxl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SQLAlchemy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Great Expectations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requests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33872" y="3035808"/>
            <a:ext cx="2148840" cy="141732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33872" y="3035808"/>
            <a:ext cx="21488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3182112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4F4F5"/>
                </a:solidFill>
                <a:latin typeface="Segoe UI"/>
              </a:rPr>
              <a:t>Web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3584448"/>
            <a:ext cx="181965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34D399"/>
                </a:solidFill>
                <a:latin typeface="Consolas"/>
              </a:rPr>
              <a:t>localhost:8080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Logs · Gantt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Outputs · Replay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4572000"/>
            <a:ext cx="4526279" cy="38404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4617720"/>
            <a:ext cx="4343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34D399"/>
                </a:solidFill>
                <a:latin typeface="Consolas"/>
              </a:rPr>
              <a:t>Process runner 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— /app/src, /app/data, réseau Postgres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202168" y="3154680"/>
            <a:ext cx="164592" cy="23774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202168" y="4343400"/>
            <a:ext cx="164592" cy="23774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94192" y="2542032"/>
            <a:ext cx="3035808" cy="11704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94192" y="2542032"/>
            <a:ext cx="3035808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7072" y="26883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kestra-db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3072384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4D399"/>
                </a:solidFill>
                <a:latin typeface="Consolas"/>
              </a:rPr>
              <a:t>PostgreSQL 16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repository + queue · persistant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94192" y="3858768"/>
            <a:ext cx="3035808" cy="148132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94192" y="3858768"/>
            <a:ext cx="3035808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77072" y="400507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postgres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7072" y="438912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4D399"/>
                </a:solidFill>
                <a:latin typeface="Consolas"/>
              </a:rPr>
              <a:t>PostgreSQL 16 — base métier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4A3B8"/>
                </a:solidFill>
                <a:latin typeface="Consolas"/>
              </a:rPr>
              <a:t>raw → staging → marts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+ audit · vues powerbi · pg_data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132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7A"/>
                </a:solidFill>
                <a:latin typeface="Consolas"/>
              </a:rPr>
              <a:t>HORS CONTENEUR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650992"/>
            <a:ext cx="3566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650992"/>
            <a:ext cx="3566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74243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Google Maps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60533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distance domicile-travail (validate_geo)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5650992"/>
            <a:ext cx="3566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5650992"/>
            <a:ext cx="3566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74243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Slack webhook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60533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notifications + alertes d'échec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5650992"/>
            <a:ext cx="3593592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20" y="5650992"/>
            <a:ext cx="3593592" cy="54864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5742432"/>
            <a:ext cx="32278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Power BI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6053328"/>
            <a:ext cx="3227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KPIs — .pbix branché sur les vues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 · Option 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473952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7A"/>
                </a:solidFill>
                <a:latin typeface="Consolas"/>
              </a:rPr>
              <a:t>docker compose 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